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FDC2-3465-9E3A-D6A8-56AB5DFE3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FD629-7E75-21F0-27CE-A4873A360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A6942-4E1D-A573-253A-61DC0D35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588F-6195-5C1F-5AF5-560D4DE1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1BE9E-D17B-F58B-9660-2C6DD130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4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1154-0BFC-BD0F-0661-BE722F38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D3B2-85EB-A878-7C64-BB814F1A4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BFE11-B0CA-251D-2A33-7B3B153D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642BF-EB70-1DD5-5A71-07B24E27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7D1F7-3F7E-361F-0B51-0D96E3A7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2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B977-7313-C90C-B8DF-8814DBDC4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AE132-6275-442E-68A0-44A24CB02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61E3E-7F28-0F11-437E-7B9BE1939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0CA5-005D-A4F7-BD6F-ED4A1E64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A8E55-2A8D-D0B8-421C-700196BB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6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F031-E532-7DC7-D7B7-437C5BEA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22BE-76C1-3544-DE77-4BF9F79E7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9E75B-25CF-448A-D1F1-C059E24C7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F0098-E327-B321-0214-E1703284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76099-39B5-2C73-E9AE-347A8098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4B747-9272-2F33-B4AE-6E74C355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4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0368-1D5A-E9D4-1978-B99C4414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BC0FF-3416-2D24-ED49-218BB8C97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4DA93-4905-C9D7-7916-081D3B2B4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B68AC-072A-AF39-B7A8-D7455328A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54623-9F3A-BE1E-A145-834685D11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921047-5CED-5A0A-E0F8-688AF470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FD335-970E-B933-6F9C-4D764CC2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D0F43-C2AA-6ABF-84A4-4B1E86A2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0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99C0-A094-851F-8BDA-524B00E3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0AF4A-03F4-27B6-014E-69EFDDA1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F2F41-0CA4-2E2C-DD0F-50B3A28C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F5FDA-A972-91B1-2767-A09EDF04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44B6B-97B6-3BEB-E55F-2A92C837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D5E2F-B4D7-9149-038B-0ACF9F34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99A3-ACF2-55B5-E1DA-D5D12A3E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4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482F-096E-E202-FD5B-D7BE6079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DAC4-28B1-E5D7-31E1-0DB2ACF3E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499C9-A577-C274-551D-3569E1EF9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46C90-BF8F-F611-6E9E-72803C6F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42D7F-F04F-8050-2175-937A449F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568BB-829F-1007-C77E-DCF931BB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1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1F1B-A03C-C763-EBE1-D9B10140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0E9F8-6F5C-27AB-4D33-8A08D439B13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F782A-BC7C-7AAD-D261-C12C5CAAF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EB83-AEA4-821B-548B-CDC98FE0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4C972-7135-45D2-8997-2B66FB6B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2CF51-1080-A421-16B5-4DFD88BB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2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E9DA-277C-98D8-355E-611F2688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EBBE3-0679-4005-C39C-61B36046E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FD8A2-05B3-EC43-69B9-AE5AEC98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5CCBF-76DA-04E2-3E53-4D34CD2B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7FB5-4283-BDE0-F7E0-2ADE5717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47FA4-F0C4-EA76-91B6-C73EFF061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21509-2C6D-D571-7973-92EB47C4B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14C52-C3EC-10F6-4366-3FFFA455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4CF5D-1055-2495-18AF-6FF2DF0E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97B7-7B80-C621-7056-7AF8DF64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8D735-BEA5-E540-1005-50C60112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D6A41-087E-1DE3-3E8D-5B50D9804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1218C-7984-B0CB-62F4-C974D8566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9C1A2-BBE6-A04C-9257-E1870F9F516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48B94-25AB-757D-E5F4-2B92DE43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755B-EAE6-1D46-9B9E-8CDE500BB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3737F-C8B6-F74E-83BE-AED313C26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63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BC3D-8FED-1A0B-1897-E9E97B545C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Hackathon Project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D547B-6630-10CD-B30E-14DA106A1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Kebba Conta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7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A7F8-9279-0DB1-D595-BF0334F6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Screenshot </a:t>
            </a:r>
            <a:r>
              <a:rPr lang="en-US" sz="3600" dirty="0" err="1"/>
              <a:t>Sor</a:t>
            </a:r>
            <a:r>
              <a:rPr lang="en-GB" sz="3600" dirty="0" err="1"/>
              <a:t>ter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A0F4E2-9D3D-85BF-731D-F7867FD11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4"/>
          <a:stretch>
            <a:fillRect/>
          </a:stretch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784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2924-919E-0DF0-8377-B78864F9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GB" sz="4000"/>
              <a:t>What it is about?</a:t>
            </a:r>
            <a:endParaRPr lang="en-US" sz="4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F1242-34E1-389B-03F7-AD1CC516E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1" r="13392" b="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5F5D-85EF-806F-BA3B-7066F1987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1800"/>
              <a:t>Have you ever taken a screenshot of something important like a diagram for school or even a meme to use for your friends but cannot find it because its stuck deep in your photo gallery</a:t>
            </a:r>
          </a:p>
          <a:p>
            <a:endParaRPr lang="en-GB" sz="1800"/>
          </a:p>
          <a:p>
            <a:r>
              <a:rPr lang="en-GB" sz="1800"/>
              <a:t>Well similarly to how apple and samsung allocate your folders into different sub categories we thought to do the same for our project with screenshots </a:t>
            </a:r>
          </a:p>
        </p:txBody>
      </p:sp>
    </p:spTree>
    <p:extLst>
      <p:ext uri="{BB962C8B-B14F-4D97-AF65-F5344CB8AC3E}">
        <p14:creationId xmlns:p14="http://schemas.microsoft.com/office/powerpoint/2010/main" val="105740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D8E57-C49D-B270-9C9F-08E30D3F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would it be useful?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90C5-8F36-CFC9-0531-A2A9FA326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GB" dirty="0"/>
              <a:t>Well its main use is to save time for the user.</a:t>
            </a:r>
          </a:p>
          <a:p>
            <a:r>
              <a:rPr lang="en-GB" dirty="0"/>
              <a:t>Instead of looking at screenshots upon screenshots to find one item sorting it out automatically makes it </a:t>
            </a:r>
          </a:p>
          <a:p>
            <a:r>
              <a:rPr lang="en-GB" dirty="0"/>
              <a:t>In one study, people searched their own photo collections of about 4,000 items and were 45% faster with a time-grouped layout than with flat or timeline layouts. </a:t>
            </a:r>
          </a:p>
          <a:p>
            <a:r>
              <a:rPr lang="en-GB" dirty="0"/>
              <a:t>And we hope to improve this number with screenshots also having categories</a:t>
            </a:r>
          </a:p>
        </p:txBody>
      </p:sp>
    </p:spTree>
    <p:extLst>
      <p:ext uri="{BB962C8B-B14F-4D97-AF65-F5344CB8AC3E}">
        <p14:creationId xmlns:p14="http://schemas.microsoft.com/office/powerpoint/2010/main" val="243814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14E2-440A-0084-A8EB-DB678491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the invisible ai works?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E0D3-784F-7B09-111F-C06FB545A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04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Hackathon Project</vt:lpstr>
      <vt:lpstr>Screenshot Sorter</vt:lpstr>
      <vt:lpstr>What it is about?</vt:lpstr>
      <vt:lpstr>Why would it be useful?</vt:lpstr>
      <vt:lpstr>How the invisible ai works?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</dc:title>
  <dc:creator>Conta, Kebba</dc:creator>
  <cp:lastModifiedBy>Conta, Kebba</cp:lastModifiedBy>
  <cp:revision>1</cp:revision>
  <dcterms:created xsi:type="dcterms:W3CDTF">2026-10-10T12:55:47Z</dcterms:created>
  <dcterms:modified xsi:type="dcterms:W3CDTF">2026-10-10T13:19:02Z</dcterms:modified>
</cp:coreProperties>
</file>